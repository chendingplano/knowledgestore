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35"/>
  </p:normalViewPr>
  <p:slideViewPr>
    <p:cSldViewPr snapToGrid="0">
      <p:cViewPr>
        <p:scale>
          <a:sx n="150" d="100"/>
          <a:sy n="150" d="100"/>
        </p:scale>
        <p:origin x="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410F-3D2C-5AC3-87CD-2228A31869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B5EA8-1A9C-8BBA-6CE6-0A33A7358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6FDDF-FB3B-26DC-12AA-C7BB4AA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9A0A6-61DC-AFAE-7A8D-87A42445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8094-7E03-071B-274D-F73D4055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66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195E-0A77-6632-2356-57D62A1B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B50BB-B0E2-887B-C679-0BE6338B5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C5D65-5FEA-4130-8F0D-F7128182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71198-3DDD-00CB-F451-74D4DBD1F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B1214-C34B-AA09-F774-57AC877F3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34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7587-39F7-F223-0B9E-6962AFE4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5452D-9C79-CC92-3D64-CA0E5F1F9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11BDB-0B28-D26C-F334-435DC6D5B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0204F-DF83-5ED2-27EE-E95F19A16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F14FB-7AD4-2068-4067-D601A54A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3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8C3AC-3386-332E-EE7F-A3738A1CB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41342-3DA0-B1DA-ED80-572825401B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9FDA3-6A37-927E-4583-F16055012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26C62-C3E2-DCE1-23C9-465015AD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524CD-034E-E827-0A9E-76802A64F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FEF72-1ED7-3379-4F3E-8EC29CDE7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5183-B207-DB12-8036-F3BF77BF0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3F3EA-BADA-5AA6-924C-5192E034C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1088F-95CE-8412-9D3B-D375BAAB1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0C5998-258A-07B1-46FE-8CDAA16D5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6B03D-EF98-9D2E-6D91-B0C049DB3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3F850B-BD47-FE33-31C0-5076BEFC0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54F09-0BA0-DAB8-939C-90B0369C0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3A26B9-4623-B97D-203F-4B44FAFD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51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40852-1F8F-5ACF-409B-679F81F4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80FEA-8237-0F94-C040-6847A9FAF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69959-A803-DAA1-29FF-44203DED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CE987-0E38-77C7-6B35-1FE9361C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79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1E418-3BA6-BEFE-F301-812EE0921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33761-C5C0-367A-E9C2-A32A1D3EB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52B15-84E0-E65B-F981-C5DD0BCD9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35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EED2-CCC5-823F-4201-9A46A95E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DF7A7-486F-2648-8176-1B948336D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76177E-7A4D-B6C8-D0E0-CE7FE26C4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238F-E24A-D7E4-8A00-76268F42E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FE694-9354-77DD-37FC-7B241717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6AA72-7C53-DB50-D1B0-89E334ED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093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AE5A-539D-0133-1F7C-C318FCE9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CA2ABE-A776-40E8-D8F4-62410C46E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FC04F-56F1-DB47-9C7D-4866176A34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EDB31-6DA8-80CC-1B13-B86AF4B89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BB6AF-34FB-0F34-AA2C-70032C80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9624F-60DD-D0EC-E51E-4AD63E17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6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CB06-0236-EC8B-8E92-A2F148417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BD7C2-8461-5747-C2A5-03CAA43DA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BBCB1-D13F-9636-B045-9C09A6415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F2A20-51AA-6996-4F4A-A9958031B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8E84B-381A-994D-5405-328EBF98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93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113A1C-A37C-4040-5D0E-1E338E826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A96EB4-2684-1A97-B271-F2168C3CE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46305-9F99-16A8-70C5-8659D9321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1DBEF-1FB8-C736-94C5-C10569B29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8DF8A-5767-C8B5-E351-939D5309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9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4CEC2E-E348-5609-52FD-1F3183688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BD69A-FEED-8CD1-24B7-0CE4357A4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4851A-EE6F-7E86-D5B5-6DFB1BAB3D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A7E8F-ECF6-B044-8EDE-E2B9B268E17B}" type="datetimeFigureOut"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BE302-52AB-2FE0-B609-AF84E5804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D1FF4-9B46-07A2-919E-5B6910484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77020-424D-C046-8C0B-AE385662CA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88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7519E71-7861-A951-1203-C3F21AC4429E}"/>
              </a:ext>
            </a:extLst>
          </p:cNvPr>
          <p:cNvSpPr/>
          <p:nvPr/>
        </p:nvSpPr>
        <p:spPr>
          <a:xfrm>
            <a:off x="2947737" y="5702969"/>
            <a:ext cx="1058779" cy="180473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64612C-0AA6-EEEF-27FB-FEB7B65C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55" y="1394365"/>
            <a:ext cx="11898489" cy="464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4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BCAD-1A6D-90E7-8D02-E66125934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59217D-E75D-ED3C-72F0-A188FC8AF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78" y="832700"/>
            <a:ext cx="11640219" cy="44251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4B3617-AB8A-D620-A739-9E2F73CA6E32}"/>
              </a:ext>
            </a:extLst>
          </p:cNvPr>
          <p:cNvSpPr/>
          <p:nvPr/>
        </p:nvSpPr>
        <p:spPr>
          <a:xfrm>
            <a:off x="1299411" y="3045250"/>
            <a:ext cx="2658978" cy="239371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CCB0B-565B-4F68-FDC1-E7B140B10C86}"/>
              </a:ext>
            </a:extLst>
          </p:cNvPr>
          <p:cNvSpPr txBox="1"/>
          <p:nvPr/>
        </p:nvSpPr>
        <p:spPr>
          <a:xfrm>
            <a:off x="296778" y="5497171"/>
            <a:ext cx="73661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能够比较好地识别标题</a:t>
            </a:r>
            <a:r>
              <a:rPr lang="zh-CN" altLang="en-US" sz="1400"/>
              <a:t>，但有些错误，需要个性化处理，将相邻的章节编号和标题合为一体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276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E1EE-885F-052E-469C-DAA77EE5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395207-9D51-2FC7-E9BB-4CFA9A7C7234}"/>
              </a:ext>
            </a:extLst>
          </p:cNvPr>
          <p:cNvSpPr txBox="1"/>
          <p:nvPr/>
        </p:nvSpPr>
        <p:spPr>
          <a:xfrm>
            <a:off x="224589" y="6405653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不够稳定</a:t>
            </a:r>
            <a:r>
              <a:rPr lang="zh-CN" altLang="en-US" sz="1400"/>
              <a:t>，这一页识别标题不够理想</a:t>
            </a:r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4787E-ACA0-9C56-A731-A3684DDC5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47" y="212976"/>
            <a:ext cx="11241506" cy="59681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AE35B0-3615-8EEA-AA53-308343A0109C}"/>
              </a:ext>
            </a:extLst>
          </p:cNvPr>
          <p:cNvSpPr/>
          <p:nvPr/>
        </p:nvSpPr>
        <p:spPr>
          <a:xfrm>
            <a:off x="832184" y="2957656"/>
            <a:ext cx="2658978" cy="239371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3A01B-15A7-59F2-1B12-939B9BAE75BE}"/>
              </a:ext>
            </a:extLst>
          </p:cNvPr>
          <p:cNvSpPr/>
          <p:nvPr/>
        </p:nvSpPr>
        <p:spPr>
          <a:xfrm>
            <a:off x="796090" y="3607361"/>
            <a:ext cx="2658978" cy="239371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76760A-AD44-DCA7-3371-51711105439C}"/>
              </a:ext>
            </a:extLst>
          </p:cNvPr>
          <p:cNvSpPr/>
          <p:nvPr/>
        </p:nvSpPr>
        <p:spPr>
          <a:xfrm>
            <a:off x="637470" y="4885655"/>
            <a:ext cx="2658978" cy="239371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3E4C61-4342-7AED-CDC2-D00D442F2DA2}"/>
              </a:ext>
            </a:extLst>
          </p:cNvPr>
          <p:cNvSpPr/>
          <p:nvPr/>
        </p:nvSpPr>
        <p:spPr>
          <a:xfrm>
            <a:off x="628139" y="5520137"/>
            <a:ext cx="2658978" cy="239371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09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0290F-FC26-4BB8-99B8-4305F30D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3E6D82-0FEB-B2C4-7011-699EC976B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89" y="227294"/>
            <a:ext cx="11028129" cy="60490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1A0D7E-8C60-A12A-02AC-58A453072FC1}"/>
              </a:ext>
            </a:extLst>
          </p:cNvPr>
          <p:cNvSpPr txBox="1"/>
          <p:nvPr/>
        </p:nvSpPr>
        <p:spPr>
          <a:xfrm>
            <a:off x="224589" y="6378907"/>
            <a:ext cx="30572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不够稳定</a:t>
            </a:r>
            <a:r>
              <a:rPr lang="zh-CN" altLang="en-US" sz="1400"/>
              <a:t>，这一页识别标题不够理想</a:t>
            </a:r>
            <a:endParaRPr lang="en-US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C16DD-3486-DE90-7FA8-25D73755A812}"/>
              </a:ext>
            </a:extLst>
          </p:cNvPr>
          <p:cNvSpPr/>
          <p:nvPr/>
        </p:nvSpPr>
        <p:spPr>
          <a:xfrm>
            <a:off x="533605" y="2968214"/>
            <a:ext cx="2658978" cy="239371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AEC421-0627-8D8A-DE01-FEB9DCA8F415}"/>
              </a:ext>
            </a:extLst>
          </p:cNvPr>
          <p:cNvSpPr/>
          <p:nvPr/>
        </p:nvSpPr>
        <p:spPr>
          <a:xfrm>
            <a:off x="533605" y="3567173"/>
            <a:ext cx="2658978" cy="239371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A5D238-161B-EA60-6713-CECB31901959}"/>
              </a:ext>
            </a:extLst>
          </p:cNvPr>
          <p:cNvSpPr/>
          <p:nvPr/>
        </p:nvSpPr>
        <p:spPr>
          <a:xfrm>
            <a:off x="533605" y="2252823"/>
            <a:ext cx="2658978" cy="239371"/>
          </a:xfrm>
          <a:prstGeom prst="rect">
            <a:avLst/>
          </a:prstGeom>
          <a:solidFill>
            <a:srgbClr val="FFFF00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43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813B-479F-3231-9471-84BCF4DC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826B89-0435-D8B5-8383-EC8DF3966F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04"/>
          <a:stretch>
            <a:fillRect/>
          </a:stretch>
        </p:blipFill>
        <p:spPr>
          <a:xfrm>
            <a:off x="6522098" y="227294"/>
            <a:ext cx="4730620" cy="6049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30FC4D-8D20-A526-F03D-4370855DF0E5}"/>
              </a:ext>
            </a:extLst>
          </p:cNvPr>
          <p:cNvSpPr txBox="1"/>
          <p:nvPr/>
        </p:nvSpPr>
        <p:spPr>
          <a:xfrm>
            <a:off x="424544" y="479040"/>
            <a:ext cx="609755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 </a:t>
            </a:r>
          </a:p>
          <a:p>
            <a:r>
              <a:rPr lang="en-US" sz="1200"/>
              <a:t>&lt;table border=1 style='margin: auto; word-wrap: break-word;’&gt;</a:t>
            </a:r>
          </a:p>
          <a:p>
            <a:r>
              <a:rPr lang="en-US" sz="1200"/>
              <a:t>    &lt;tr&gt;</a:t>
            </a:r>
          </a:p>
          <a:p>
            <a:r>
              <a:rPr lang="en-US" sz="1200"/>
              <a:t>        &lt;td style='text-align: center; word-wrap: break-word;'&gt;</a:t>
            </a:r>
            <a:r>
              <a:rPr lang="zh-CN" altLang="en-US" sz="1200"/>
              <a:t>工程类别</a:t>
            </a:r>
            <a:r>
              <a:rPr lang="en-US" altLang="zh-CN" sz="1200"/>
              <a:t>&lt;/</a:t>
            </a:r>
            <a:r>
              <a:rPr lang="en-US" sz="1200"/>
              <a:t>td&gt;</a:t>
            </a:r>
          </a:p>
          <a:p>
            <a:r>
              <a:rPr lang="en-US" sz="1200"/>
              <a:t>            &lt;td style='text-align: center; word-wrap: break-word;'&gt;</a:t>
            </a:r>
            <a:r>
              <a:rPr lang="zh-CN" altLang="en-US" sz="1200"/>
              <a:t>内径</a:t>
            </a:r>
            <a:r>
              <a:rPr lang="en-US" altLang="zh-CN" sz="1200"/>
              <a:t>×</a:t>
            </a:r>
            <a:r>
              <a:rPr lang="zh-CN" altLang="en-US" sz="1200"/>
              <a:t>宽度</a:t>
            </a:r>
            <a:r>
              <a:rPr lang="en-US" altLang="zh-CN" sz="1200"/>
              <a:t>×</a:t>
            </a:r>
            <a:r>
              <a:rPr lang="zh-CN" altLang="en-US" sz="1200"/>
              <a:t>厚度</a:t>
            </a:r>
            <a:r>
              <a:rPr lang="en-US" altLang="zh-CN" sz="1200"/>
              <a:t>&lt;/</a:t>
            </a:r>
            <a:r>
              <a:rPr lang="en-US" sz="1200"/>
              <a:t>td&gt;</a:t>
            </a:r>
          </a:p>
          <a:p>
            <a:r>
              <a:rPr lang="en-US" sz="1200"/>
              <a:t>    &lt;/tr&gt;</a:t>
            </a:r>
          </a:p>
          <a:p>
            <a:r>
              <a:rPr lang="en-US" sz="1200"/>
              <a:t>    &lt;tr&gt;</a:t>
            </a:r>
          </a:p>
          <a:p>
            <a:r>
              <a:rPr lang="en-US" sz="1200"/>
              <a:t>        &lt;td rowspan=\"14\"&gt;</a:t>
            </a:r>
            <a:r>
              <a:rPr lang="zh-CN" altLang="en-US" sz="1200"/>
              <a:t>轨道交通</a:t>
            </a:r>
            <a:r>
              <a:rPr lang="en-US" altLang="zh-CN" sz="1200"/>
              <a:t>&lt;/</a:t>
            </a:r>
            <a:r>
              <a:rPr lang="en-US" sz="1200"/>
              <a:t>td&gt;</a:t>
            </a:r>
          </a:p>
          <a:p>
            <a:r>
              <a:rPr lang="en-US" sz="1200"/>
              <a:t>        &lt;td style='text-align: center; word-wrap: break-word;'&gt;5 400×1 200(1 500)×300&lt;/td&gt;</a:t>
            </a:r>
          </a:p>
          <a:p>
            <a:r>
              <a:rPr lang="en-US" sz="1200"/>
              <a:t>    &lt;/tr&gt;</a:t>
            </a:r>
          </a:p>
          <a:p>
            <a:r>
              <a:rPr lang="en-US" sz="1200"/>
              <a:t>    &lt;tr&gt;</a:t>
            </a:r>
          </a:p>
          <a:p>
            <a:r>
              <a:rPr lang="en-US" sz="1200"/>
              <a:t>        &lt;td style='text-align: center; word-wrap: break-word;'&gt;5 500×1 200(1 500)×350&lt;/td&gt;</a:t>
            </a:r>
          </a:p>
          <a:p>
            <a:r>
              <a:rPr lang="en-US" sz="1200"/>
              <a:t>    &lt;/tr&gt;</a:t>
            </a:r>
          </a:p>
          <a:p>
            <a:r>
              <a:rPr lang="en-US" sz="1200"/>
              <a:t>    &lt;tr&gt;</a:t>
            </a:r>
          </a:p>
          <a:p>
            <a:r>
              <a:rPr lang="en-US" sz="1200"/>
              <a:t>        &lt;td style='text-align: center; word-wrap: break-word;'&gt;5 800×1 200(1 500)×300&lt;/td&gt;</a:t>
            </a:r>
          </a:p>
          <a:p>
            <a:r>
              <a:rPr lang="en-US" sz="1200"/>
              <a:t> &lt;/tr&gt;</a:t>
            </a:r>
          </a:p>
          <a:p>
            <a:r>
              <a:rPr lang="en-US" sz="1200"/>
              <a:t>    &lt;tr&gt;</a:t>
            </a:r>
          </a:p>
          <a:p>
            <a:r>
              <a:rPr lang="en-US" sz="1200"/>
              <a:t>        &lt;td style='text-align: center; word-wrap: break-word;'&gt;5 900×1 200(1 500)×350&lt;/td&gt;</a:t>
            </a:r>
          </a:p>
          <a:p>
            <a:r>
              <a:rPr lang="en-US" sz="1200"/>
              <a:t> &lt;/tr&gt;</a:t>
            </a:r>
          </a:p>
          <a:p>
            <a:r>
              <a:rPr lang="en-US" sz="1200"/>
              <a:t>    &lt;tr&gt;</a:t>
            </a:r>
          </a:p>
          <a:p>
            <a:r>
              <a:rPr lang="en-US" sz="1200"/>
              <a:t>        &lt;td style='text-align: center; word-wrap: break-word;'&gt;5 900×1 200(1 500)×400&lt;/td&gt;</a:t>
            </a:r>
          </a:p>
          <a:p>
            <a:r>
              <a:rPr lang="en-US" sz="1200"/>
              <a:t>    &lt;/tr&gt;</a:t>
            </a:r>
          </a:p>
          <a:p>
            <a:r>
              <a:rPr lang="en-US" sz="1200"/>
              <a:t>    &lt;tr&gt;</a:t>
            </a:r>
          </a:p>
          <a:p>
            <a:r>
              <a:rPr lang="en-US" sz="1200"/>
              <a:t>        &lt;td style='text-align: center; word-wrap: break-word;'&gt;6 000×1 500×350&lt;/td&gt;</a:t>
            </a:r>
          </a:p>
          <a:p>
            <a:r>
              <a:rPr lang="en-US" sz="1200"/>
              <a:t>    &lt;/tr&gt;</a:t>
            </a:r>
          </a:p>
          <a:p>
            <a:r>
              <a:rPr lang="en-US" sz="120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71127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D92B9-CAA5-988A-A311-380EB904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B4147-A35F-945D-E98B-73A477172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17" y="455213"/>
            <a:ext cx="11686486" cy="447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329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66D11-24BE-8BC4-2F2F-6ECE8C77D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07C3E8-D01B-603B-8B6E-A29EA4F5B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44" y="1925333"/>
            <a:ext cx="11490711" cy="243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33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7232-AFE7-BF46-0771-DD975966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0563D3-5918-C3E8-4E81-3AF505CB4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9" y="810907"/>
            <a:ext cx="11963901" cy="340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361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E3590-961A-67E9-583F-4A1C07582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889703-5E77-4A9C-A486-E52BF1AE9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282052"/>
            <a:ext cx="7772400" cy="2293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2579EA-D26F-271B-1B04-9ABEFA46CD23}"/>
              </a:ext>
            </a:extLst>
          </p:cNvPr>
          <p:cNvSpPr txBox="1"/>
          <p:nvPr/>
        </p:nvSpPr>
        <p:spPr>
          <a:xfrm>
            <a:off x="5698066" y="517170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https://techcrunch.com/2026/03/05/openai-launches-gpt-5-4-with-pro-and-thinking-versions/</a:t>
            </a:r>
          </a:p>
        </p:txBody>
      </p:sp>
    </p:spTree>
    <p:extLst>
      <p:ext uri="{BB962C8B-B14F-4D97-AF65-F5344CB8AC3E}">
        <p14:creationId xmlns:p14="http://schemas.microsoft.com/office/powerpoint/2010/main" val="2653351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9E70-C1AA-1726-0057-91D6D28F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67A3DE-FE3A-FFAE-A011-9CDADBB3A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566" y="1136650"/>
            <a:ext cx="66294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539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3300-5DF9-062B-2752-C14D4531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37CA3C-68E8-8813-3081-5A8CE9EA0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752600"/>
            <a:ext cx="65532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685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23CB-91A4-C669-609C-363E1531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68F163-A315-ECC2-D7CB-1D6F3BA3D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600200"/>
            <a:ext cx="6502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7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4FD7D-EEA5-DDFF-59AA-8B59938F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699BB3-906E-FBC5-62B1-378750695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50" y="1898650"/>
            <a:ext cx="66929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2889</TotalTime>
  <Words>301</Words>
  <Application>Microsoft Macintosh PowerPoint</Application>
  <PresentationFormat>Widescreen</PresentationFormat>
  <Paragraphs>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Ding</dc:creator>
  <cp:lastModifiedBy>Chen Ding</cp:lastModifiedBy>
  <cp:revision>1</cp:revision>
  <dcterms:created xsi:type="dcterms:W3CDTF">2026-03-05T23:55:08Z</dcterms:created>
  <dcterms:modified xsi:type="dcterms:W3CDTF">2026-03-08T00:05:04Z</dcterms:modified>
</cp:coreProperties>
</file>